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RepoWatch - Visual Slide Viewer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Supports text, images, and tables in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Data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Lines of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Coverage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Calculator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Utils/Helpers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88%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Main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95%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  Auto Git Sync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    Every save triggers auto-commit</a:t>
            </a:r>
          </a:p>
          <a:p/>
          <a:p>
            <a:pPr>
              <a:defRPr sz="2400" b="1">
                <a:solidFill>
                  <a:srgbClr val="1A1A2E"/>
                </a:solidFill>
              </a:defRPr>
            </a:pPr>
            <a:r>
              <a:t>  Code Highlighting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    30+ languages</a:t>
            </a:r>
          </a:p>
          <a:p/>
          <a:p>
            <a:pPr>
              <a:defRPr sz="2400" b="1">
                <a:solidFill>
                  <a:srgbClr val="1A1A2E"/>
                </a:solidFill>
              </a:defRPr>
            </a:pPr>
            <a:r>
              <a:t>  PDF Viewer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    View PDFs in browser</a:t>
            </a:r>
          </a:p>
          <a:p/>
          <a:p>
            <a:pPr>
              <a:defRPr sz="2400" b="1">
                <a:solidFill>
                  <a:srgbClr val="1A1A2E"/>
                </a:solidFill>
              </a:defRPr>
            </a:pPr>
            <a:r>
              <a:t>  Slide Viewer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    Images, tables and text</a:t>
            </a:r>
          </a:p>
          <a:p/>
          <a:p>
            <a:pPr>
              <a:defRPr sz="2400" b="1">
                <a:solidFill>
                  <a:srgbClr val="1A1A2E"/>
                </a:solidFill>
              </a:defRPr>
            </a:pPr>
            <a:r>
              <a:t>  Real-time Updates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    SSE notifications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